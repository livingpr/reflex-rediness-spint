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48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SPRINT · EXECUTIVE NARRATIVE (EXAMPLE)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246888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Reflex</a:t>
            </a:r>
            <a:endParaRPr lang="en-US" sz="6800" dirty="0"/>
          </a:p>
        </p:txBody>
      </p:sp>
      <p:sp>
        <p:nvSpPr>
          <p:cNvPr id="4" name="Text 2"/>
          <p:cNvSpPr/>
          <p:nvPr/>
        </p:nvSpPr>
        <p:spPr>
          <a:xfrm>
            <a:off x="640080" y="3886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coordination for small Kenyan retailers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3703320"/>
            <a:ext cx="20116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→  Solution  →  Architecture  →  Trade-offs  →  Roadmap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Deliveries are coordinated by memory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Retailers, dispatchers, and riders currently run everything over WhatsApp threads and phone calls.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3375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788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record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97764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 delivery was assigned to lives in someone's chat history, not a system.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06240" y="2468880"/>
            <a:ext cx="33375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2788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26280" y="35204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status visibility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26280" y="397764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retailer only knows where a delivery stands by calling and asking.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63840" y="2468880"/>
            <a:ext cx="33375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83880" y="2788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183880" y="35204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proof of delivery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183880" y="397764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“Delivered” is whatever the rider says on the phone — nothing is verified.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shared source of truth, not a group chat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gives every delivery a single record that all three people can see and update.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880360"/>
            <a:ext cx="288036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063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Logs a delivery request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phone, address, item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21024" y="3694176"/>
            <a:ext cx="393192" cy="292608"/>
          </a:xfrm>
          <a:prstGeom prst="rightArrow">
            <a:avLst/>
          </a:prstGeom>
          <a:solidFill>
            <a:srgbClr val="B9C2E8"/>
          </a:solidFill>
          <a:ln/>
        </p:spPr>
      </p:sp>
      <p:sp>
        <p:nvSpPr>
          <p:cNvPr id="10" name="Shape 8"/>
          <p:cNvSpPr/>
          <p:nvPr/>
        </p:nvSpPr>
        <p:spPr>
          <a:xfrm>
            <a:off x="4069080" y="2880360"/>
            <a:ext cx="288036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3063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0" y="34290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Assigns it to a rider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297680" y="42062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every open request in one queue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004304" y="3694176"/>
            <a:ext cx="393192" cy="292608"/>
          </a:xfrm>
          <a:prstGeom prst="rightArrow">
            <a:avLst/>
          </a:prstGeom>
          <a:solidFill>
            <a:srgbClr val="B9C2E8"/>
          </a:solidFill>
          <a:ln/>
        </p:spPr>
      </p:sp>
      <p:sp>
        <p:nvSpPr>
          <p:cNvPr id="15" name="Shape 13"/>
          <p:cNvSpPr/>
          <p:nvPr/>
        </p:nvSpPr>
        <p:spPr>
          <a:xfrm>
            <a:off x="7452360" y="2880360"/>
            <a:ext cx="288036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0" y="3063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80960" y="34290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Updates status live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680960" y="42062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→ Picked Up → Delivered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580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above is one record, updated in place — nothing is re-typed or re-explained down the chain.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delivery moves through four visible states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07792" y="2660904"/>
            <a:ext cx="265176" cy="256032"/>
          </a:xfrm>
          <a:prstGeom prst="rightArrow">
            <a:avLst/>
          </a:prstGeom>
          <a:solidFill>
            <a:srgbClr val="B9C2E8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0" y="228600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22860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59552" y="2660904"/>
            <a:ext cx="265176" cy="256032"/>
          </a:xfrm>
          <a:prstGeom prst="rightArrow">
            <a:avLst/>
          </a:prstGeom>
          <a:solidFill>
            <a:srgbClr val="B9C2E8"/>
          </a:solidFill>
          <a:ln/>
        </p:spPr>
      </p:sp>
      <p:sp>
        <p:nvSpPr>
          <p:cNvPr id="10" name="Shape 8"/>
          <p:cNvSpPr/>
          <p:nvPr/>
        </p:nvSpPr>
        <p:spPr>
          <a:xfrm>
            <a:off x="5852160" y="228600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22860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Picked Up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11312" y="2660904"/>
            <a:ext cx="265176" cy="256032"/>
          </a:xfrm>
          <a:prstGeom prst="rightArrow">
            <a:avLst/>
          </a:prstGeom>
          <a:solidFill>
            <a:srgbClr val="B9C2E8"/>
          </a:solidFill>
          <a:ln/>
        </p:spPr>
      </p:sp>
      <p:sp>
        <p:nvSpPr>
          <p:cNvPr id="13" name="Shape 11"/>
          <p:cNvSpPr/>
          <p:nvPr/>
        </p:nvSpPr>
        <p:spPr>
          <a:xfrm>
            <a:off x="8503920" y="228600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22860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1605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sync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4544568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pushes to the retailer's dashboard the moment a rider taps an update, via a live Supabase Realtime subscription — no polling, no manual refresh.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89320" y="397764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41605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to deliver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4544568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jump to Delivered requires the rider to enter the request's confirmation code at drop-off — proof, not just a claim.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stack sized for this week, not for scale we don't have yet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80160" y="2148840"/>
            <a:ext cx="804672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21488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46120" y="214884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responsive React + Tailwind web app — same codebase serves retailer, dispatcher, and rider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280160" y="3182112"/>
            <a:ext cx="8046720" cy="868680"/>
          </a:xfrm>
          <a:prstGeom prst="roundRect">
            <a:avLst>
              <a:gd name="adj" fmla="val 6316"/>
            </a:avLst>
          </a:prstGeom>
          <a:solidFill>
            <a:srgbClr val="3A4590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3182112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46120" y="3182112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 Cloud (Supabase) — no hand-built API server to maintain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280160" y="4215384"/>
            <a:ext cx="804672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1600200" y="4215384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46120" y="4215384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with Row Level Security enforced per role, at the database layer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280160" y="5248656"/>
            <a:ext cx="8046720" cy="868680"/>
          </a:xfrm>
          <a:prstGeom prst="roundRect">
            <a:avLst>
              <a:gd name="adj" fmla="val 6316"/>
            </a:avLst>
          </a:prstGeom>
          <a:solidFill>
            <a:srgbClr val="3A4590"/>
          </a:solidFill>
          <a:ln/>
        </p:spPr>
      </p:sp>
      <p:sp>
        <p:nvSpPr>
          <p:cNvPr id="14" name="Text 12"/>
          <p:cNvSpPr/>
          <p:nvPr/>
        </p:nvSpPr>
        <p:spPr>
          <a:xfrm>
            <a:off x="1600200" y="5248656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46120" y="5248656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Realtime — live postgres_changes subscriptions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tables carry the entire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606040"/>
            <a:ext cx="2011680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060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retailers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identity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3383280"/>
            <a:ext cx="2286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8920" y="260604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88920" y="2606040"/>
            <a:ext cx="2011680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26060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32004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account, three roles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3383280"/>
            <a:ext cx="2286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260604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2606040"/>
            <a:ext cx="2011680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26060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delivery_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66360" y="32004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item, status, code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40880" y="3383280"/>
            <a:ext cx="2286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69480" y="260604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69480" y="2606040"/>
            <a:ext cx="2011680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26060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assignments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06640" y="32004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 request to a rider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281160" y="3383280"/>
            <a:ext cx="2286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09760" y="260604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09760" y="2606040"/>
            <a:ext cx="2011680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9509760" y="26060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status_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46920" y="32004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history log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480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unifies retailer staff, dispatchers, and riders under one table with a role column — Supabase reserves “users” for its own auth table.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4846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status change is written to status_updates, never overwritten in place — that log is the audit trail.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assignment, not auto-optimized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dispatcher chooses the rider by hand — there's no routing algorithm behind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05156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31720"/>
            <a:ext cx="82296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688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SIMPLIFIED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749040" y="2441448"/>
            <a:ext cx="6949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 assigns riders manually instead of an automatic routing/matching algorithm.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630168"/>
            <a:ext cx="105156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630168"/>
            <a:ext cx="82296" cy="1188720"/>
          </a:xfrm>
          <a:prstGeom prst="rect">
            <a:avLst/>
          </a:prstGeom>
          <a:solidFill>
            <a:srgbClr val="8C97C4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76732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THAT'S ACCEPTABLE NOW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749040" y="3739896"/>
            <a:ext cx="6949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this volume — well under 50 deliveries a day per shop — a human dispatcher with local knowledge beats an algorithm we don't have time to tune this week.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928616"/>
            <a:ext cx="105156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928616"/>
            <a:ext cx="82296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065776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WE'D DO WITH MORE TIME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749040" y="5038344"/>
            <a:ext cx="6949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proximity-based suggestion (rank riders by last known location) so the dispatcher still decides, with a starting recommendation.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Confirmation code, not camera QR scanning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rider types a 6-character code at drop-off instead of scanning a customer's QR code.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05156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31720"/>
            <a:ext cx="82296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688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SIMPLIFIED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749040" y="2441448"/>
            <a:ext cx="6949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design called for a camera-based QR scan to confirm delivery. Camera permissions and scan libraries are exactly the kind of thing that's easy to fumble live and hard to get right in a one-week build.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630168"/>
            <a:ext cx="105156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630168"/>
            <a:ext cx="82296" cy="1188720"/>
          </a:xfrm>
          <a:prstGeom prst="rect">
            <a:avLst/>
          </a:prstGeom>
          <a:solidFill>
            <a:srgbClr val="8C97C4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76732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THAT'S ACCEPTABLE NOW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749040" y="3739896"/>
            <a:ext cx="6949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typed confirmation code is just as real a proof-of-delivery record — it's logged with a timestamp — and it's far more likely to actually work on demo day.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928616"/>
            <a:ext cx="105156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928616"/>
            <a:ext cx="82296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065776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WE'D DO WITH MORE TIME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749040" y="5038344"/>
            <a:ext cx="6949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camera-based QR scanning back in as an alternative once the core flow is proven solid — it's a self-contained addition, not a redesign.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Managed backend (Lovable Cloud), not a custom API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hand-built Node.js server — Postgres, auth, and real-time sync all run on Supabase.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05156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31720"/>
            <a:ext cx="82296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688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SIMPLIFIED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749040" y="2441448"/>
            <a:ext cx="6949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chose a managed backend over writing and hosting our own API layer this week.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630168"/>
            <a:ext cx="105156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630168"/>
            <a:ext cx="82296" cy="1188720"/>
          </a:xfrm>
          <a:prstGeom prst="rect">
            <a:avLst/>
          </a:prstGeom>
          <a:solidFill>
            <a:srgbClr val="8C97C4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76732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THAT'S ACCEPTABLE NOW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749040" y="3739896"/>
            <a:ext cx="6949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gets us real authentication, role-based data access (Row Level Security), and live sync for free, correctly configured, on day one — building and securing that by hand would have eaten most of the sprint.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928616"/>
            <a:ext cx="105156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928616"/>
            <a:ext cx="82296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065776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WE'D DO WITH MORE TIME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749040" y="5038344"/>
            <a:ext cx="6949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genuinely custom business logic (e.g. more complex assignment rules) into Supabase Edge Functions as it outgrows what the client can safely enforce alone.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next, in order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834640"/>
            <a:ext cx="9875520" cy="0"/>
          </a:xfrm>
          <a:prstGeom prst="line">
            <a:avLst/>
          </a:prstGeom>
          <a:noFill/>
          <a:ln w="38100">
            <a:solidFill>
              <a:srgbClr val="D6DA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40864" y="2706624"/>
            <a:ext cx="256032" cy="256032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3154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Built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3611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flow live on Lovable Cloud: log, assign, update, confirm by code, real-time sync.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32704" y="2706624"/>
            <a:ext cx="256032" cy="256032"/>
          </a:xfrm>
          <a:prstGeom prst="ellipse">
            <a:avLst/>
          </a:prstGeom>
          <a:solidFill>
            <a:srgbClr val="3A45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1960" y="3154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Next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51960" y="3611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QR scanning; offline queue for riders; proximity-based assignment suggestions.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924544" y="2706624"/>
            <a:ext cx="256032" cy="256032"/>
          </a:xfrm>
          <a:prstGeom prst="ellipse">
            <a:avLst/>
          </a:prstGeom>
          <a:solidFill>
            <a:srgbClr val="6470B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3154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Later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43800" y="3611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resolution flow; delivery analytics for retailers.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0604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4008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→ Context → Evidence.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 ·  READINESS SPRINT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2026-08-27T20:36:40Z</dcterms:created>
  <dcterms:modified xsi:type="dcterms:W3CDTF">2026-08-27T20:36:40Z</dcterms:modified>
</cp:coreProperties>
</file>